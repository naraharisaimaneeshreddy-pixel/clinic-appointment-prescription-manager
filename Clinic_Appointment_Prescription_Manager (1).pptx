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Clinic Appointment &amp; Prescription Manager</a:t>
            </a:r>
            <a:br>
              <a:rPr lang="en-IN" dirty="0"/>
            </a:br>
            <a:r>
              <a:rPr lang="en-IN" dirty="0"/>
              <a:t>Team No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IN" dirty="0"/>
              <a:t>Jeyanth Vighnesh </a:t>
            </a:r>
            <a:r>
              <a:rPr lang="en-IN" dirty="0"/>
              <a:t>	Roll No</a:t>
            </a:r>
            <a:r>
              <a:rPr lang="en-US" altLang="en-IN" dirty="0"/>
              <a:t>   2620080063</a:t>
            </a:r>
            <a:endParaRPr lang="en-IN" dirty="0"/>
          </a:p>
          <a:p>
            <a:r>
              <a:rPr lang="en-US" altLang="en-IN" dirty="0"/>
              <a:t>N Sai Maneesh Reddy</a:t>
            </a:r>
            <a:r>
              <a:rPr lang="en-IN" dirty="0"/>
              <a:t>	Roll No</a:t>
            </a:r>
            <a:r>
              <a:rPr lang="en-US" altLang="en-IN" dirty="0"/>
              <a:t> 2620080084</a:t>
            </a:r>
            <a:endParaRPr lang="en-IN" dirty="0"/>
          </a:p>
          <a:p>
            <a:endParaRPr lang="en-IN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0" name="Icon strip" descr="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4937760"/>
            <a:ext cx="45720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800" b="1" dirty="0"/>
              <a:t>Project: </a:t>
            </a:r>
            <a:r>
              <a:rPr lang="en-IN" sz="1800" dirty="0"/>
              <a:t>Clinic Appointment &amp; Prescription Manager: a Java console application for small clinics.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Purpose: </a:t>
            </a:r>
            <a:r>
              <a:rPr lang="en-IN" sz="1800" dirty="0"/>
              <a:t>Replace paper registers with a program that books, cancels and tracks appointments.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Features: </a:t>
            </a:r>
            <a:r>
              <a:rPr lang="en-IN" sz="1800" dirty="0"/>
              <a:t>Register patients and doctors, book slots, write prescriptions, search records, generate daily reports.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Design: </a:t>
            </a:r>
            <a:r>
              <a:rPr lang="en-IN" sz="1800" dirty="0"/>
              <a:t>Object-oriented classes, input validation, custom exceptions and CSV file storage.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Techniques: </a:t>
            </a:r>
            <a:r>
              <a:rPr lang="en-IN" sz="1800" dirty="0"/>
              <a:t>Collections, lambdas and Streams to filter, sort and summarize data.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Illustration abstract" descr="abstr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751" y="1783080"/>
            <a:ext cx="437881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800" b="1" dirty="0"/>
              <a:t>Problem: </a:t>
            </a:r>
            <a:r>
              <a:rPr lang="en-IN" sz="1800" dirty="0"/>
              <a:t>Clinics track appointments and prescriptions manually, causing double bookings, lost records and slow lookups.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Need: </a:t>
            </a:r>
            <a:r>
              <a:rPr lang="en-IN" sz="1800" dirty="0"/>
              <a:t>A reliable program to store patients, doctors, appointments and prescriptions, and to prevent clashes.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Inputs: </a:t>
            </a:r>
            <a:r>
              <a:rPr lang="en-IN" sz="1800" dirty="0"/>
              <a:t>Patient details, doctor, date and time slot, diagnosis and medicines.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Outputs: </a:t>
            </a:r>
            <a:r>
              <a:rPr lang="en-IN" sz="1800" dirty="0"/>
              <a:t>Booking confirmation, prescription slip, patient history and daily summary report.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Challenges: </a:t>
            </a:r>
            <a:r>
              <a:rPr lang="en-IN" sz="1800" dirty="0"/>
              <a:t>Slot conflicts, invalid input, missing or corrupt data files, fast searching and sorting.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Illustration problem" descr="probl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751" y="1783080"/>
            <a:ext cx="437881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1: Problem to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Algorithm: </a:t>
            </a:r>
            <a:r>
              <a:rPr lang="en-IN" sz="1600" dirty="0"/>
              <a:t>Steps: read patient, choose doctor and slot, check availability, confirm booking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Flowchart: </a:t>
            </a:r>
            <a:r>
              <a:rPr lang="en-IN" sz="1600" dirty="0"/>
              <a:t>Booking flow with decision "Slot free?" (Yes: confirm, No: choose another)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Data types: </a:t>
            </a:r>
            <a:r>
              <a:rPr lang="en-IN" sz="1600" dirty="0"/>
              <a:t>int patientId, double fee, String name, boolean isBooked, char gender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Constants: </a:t>
            </a:r>
            <a:r>
              <a:rPr lang="en-IN" sz="1600" dirty="0"/>
              <a:t>final double CONSULT_FEE; final int MAX_SLOTS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Operators: </a:t>
            </a:r>
            <a:r>
              <a:rPr lang="en-IN" sz="1600" dirty="0"/>
              <a:t>Arithmetic for bill total; relational/logical for checks; ternary for status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Typecasting: </a:t>
            </a:r>
            <a:r>
              <a:rPr lang="en-IN" sz="1600" dirty="0"/>
              <a:t>(int) conversion when computing age or rounding fees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Console I/O: </a:t>
            </a:r>
            <a:r>
              <a:rPr lang="en-IN" sz="1600" dirty="0"/>
              <a:t>Scanner for input; printf for formatted appointment table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1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flow" descr="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89962"/>
            <a:ext cx="4480560" cy="34724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2: Control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Menu: </a:t>
            </a:r>
            <a:r>
              <a:rPr lang="en-IN" sz="1600" dirty="0"/>
              <a:t>switch: 1 Book, 2 Cancel, 3 Search, 4 Prescribe, 5 Report, 0 Exit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Main loop: </a:t>
            </a:r>
            <a:r>
              <a:rPr lang="en-IN" sz="1600" dirty="0"/>
              <a:t>do-while keeps the menu running until the user exits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Validation: </a:t>
            </a:r>
            <a:r>
              <a:rPr lang="en-IN" sz="1600" dirty="0"/>
              <a:t>if / else-if ladder: age range, valid slot, non-empty name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Listing: </a:t>
            </a:r>
            <a:r>
              <a:rPr lang="en-IN" sz="1600" dirty="0"/>
              <a:t>for loop prints all appointments for a doctor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Search: </a:t>
            </a:r>
            <a:r>
              <a:rPr lang="en-IN" sz="1600" dirty="0"/>
              <a:t>while loop with break when the patient is found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Skipping: </a:t>
            </a:r>
            <a:r>
              <a:rPr lang="en-IN" sz="1600" dirty="0"/>
              <a:t>continue to ignore cancelled appointments in reports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Nested loops: </a:t>
            </a:r>
            <a:r>
              <a:rPr lang="en-IN" sz="1600" dirty="0"/>
              <a:t>Doctor-by-slot timetable printout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2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menu" descr="men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0474" y="1783080"/>
            <a:ext cx="4441371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3: Methods &amp; 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Methods: </a:t>
            </a:r>
            <a:r>
              <a:rPr lang="en-IN" sz="1600" dirty="0"/>
              <a:t>bookAppointment(), cancelAppointment(), printBill(), isSlotFree()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Parameters: </a:t>
            </a:r>
            <a:r>
              <a:rPr lang="en-IN" sz="1600" dirty="0"/>
              <a:t>Pass patient and slot; return boolean success or double fee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Overloading: </a:t>
            </a:r>
            <a:r>
              <a:rPr lang="en-IN" sz="1600" dirty="0"/>
              <a:t>searchPatient(int id) and searchPatient(String name)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Recursion: </a:t>
            </a:r>
            <a:r>
              <a:rPr lang="en-IN" sz="1600" dirty="0"/>
              <a:t>Recursive binary search over sorted patient IDs; recursive total of fees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1D arrays: </a:t>
            </a:r>
            <a:r>
              <a:rPr lang="en-IN" sz="1600" dirty="0"/>
              <a:t>Array of fees: sum, average, highest, count of appointments per day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2D array: </a:t>
            </a:r>
            <a:r>
              <a:rPr lang="en-IN" sz="1600" dirty="0"/>
              <a:t>Weekly schedule grid [doctor][slot] marking booked or free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for-each: </a:t>
            </a:r>
            <a:r>
              <a:rPr lang="en-IN" sz="1600" dirty="0"/>
              <a:t>Print every medicine in a prescription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3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grid" descr="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05952"/>
            <a:ext cx="4480560" cy="3640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4: OOP &amp; Exceptions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Classes: </a:t>
            </a:r>
            <a:r>
              <a:rPr lang="en-IN" sz="1600" dirty="0"/>
              <a:t>Patient, Doctor, Appointment, Prescription; objects created with new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Constructors: </a:t>
            </a:r>
            <a:r>
              <a:rPr lang="en-IN" sz="1600" dirty="0"/>
              <a:t>Default and parameterized; overloaded; this for field names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Encapsulation: </a:t>
            </a:r>
            <a:r>
              <a:rPr lang="en-IN" sz="1600" dirty="0"/>
              <a:t>Private fields with getters/setters; hidden internal data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Static: </a:t>
            </a:r>
            <a:r>
              <a:rPr lang="en-IN" sz="1600" dirty="0"/>
              <a:t>static int nextId for auto IDs; static constants for fees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Inheritance: </a:t>
            </a:r>
            <a:r>
              <a:rPr lang="en-IN" sz="1600" dirty="0"/>
              <a:t>Person is the parent of Patient and Doctor; method overriding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Interface: </a:t>
            </a:r>
            <a:r>
              <a:rPr lang="en-IN" sz="1600" dirty="0"/>
              <a:t>Billable with calculateBill(); toString() for readable output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Exceptions: </a:t>
            </a:r>
            <a:r>
              <a:rPr lang="en-IN" sz="1600" dirty="0"/>
              <a:t>Custom SlotUnavailableException; try-catch-finally, multi-catch, throw, throws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4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cls" descr="c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793938"/>
            <a:ext cx="4480560" cy="38644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5: Strings &amp; File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Strings: </a:t>
            </a:r>
            <a:r>
              <a:rPr lang="en-IN" sz="1600" dirty="0"/>
              <a:t>Validate phone and name; trim, toLowerCase, substring, equals() vs ==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StringBuilder: </a:t>
            </a:r>
            <a:r>
              <a:rPr lang="en-IN" sz="1600" dirty="0"/>
              <a:t>Build the prescription slip line by line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Parsing: </a:t>
            </a:r>
            <a:r>
              <a:rPr lang="en-IN" sz="1600" dirty="0"/>
              <a:t>split(",") to read CSV records; join() to write them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Sorting: </a:t>
            </a:r>
            <a:r>
              <a:rPr lang="en-IN" sz="1600" dirty="0"/>
              <a:t>Arrays.sort / Collections.sort with a Comparator by date or doctor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Searching: </a:t>
            </a:r>
            <a:r>
              <a:rPr lang="en-IN" sz="1600" dirty="0"/>
              <a:t>Arrays.binarySearch on sorted IDs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Saving: </a:t>
            </a:r>
            <a:r>
              <a:rPr lang="en-IN" sz="1600" dirty="0"/>
              <a:t>Files and Path: write appointments.csv, append new bookings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Loading: </a:t>
            </a:r>
            <a:r>
              <a:rPr lang="en-IN" sz="1600" dirty="0"/>
              <a:t>Read line by line; skip malformed records; handle missing file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Safety: </a:t>
            </a:r>
            <a:r>
              <a:rPr lang="en-IN" sz="1600" dirty="0"/>
              <a:t>try-with-resources closes readers and writers automatically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5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file" descr="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0474" y="1783080"/>
            <a:ext cx="4441371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6: Collections &amp; Streams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b="1" dirty="0"/>
              <a:t>Lists: </a:t>
            </a:r>
            <a:r>
              <a:rPr lang="en-IN" sz="1600" dirty="0"/>
              <a:t>ArrayList&lt;Appointment&gt; holds all bookings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Maps: </a:t>
            </a:r>
            <a:r>
              <a:rPr lang="en-IN" sz="1600" dirty="0"/>
              <a:t>HashMap&lt;Integer, Patient&gt; for fast lookup by ID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Sets: </a:t>
            </a:r>
            <a:r>
              <a:rPr lang="en-IN" sz="1600" dirty="0"/>
              <a:t>HashSet of booked slots to stop double booking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Generics: </a:t>
            </a:r>
            <a:r>
              <a:rPr lang="en-IN" sz="1600" dirty="0"/>
              <a:t>Typed collections avoid casting errors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Lambdas: </a:t>
            </a:r>
            <a:r>
              <a:rPr lang="en-IN" sz="1600" dirty="0"/>
              <a:t>Predicate to filter by doctor or date; Comparator to sort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Streams: </a:t>
            </a:r>
            <a:r>
              <a:rPr lang="en-IN" sz="1600" dirty="0"/>
              <a:t>filter, map, sorted, distinct, limit; count, collect, reduce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Collectors: </a:t>
            </a:r>
            <a:r>
              <a:rPr lang="en-IN" sz="1600" dirty="0"/>
              <a:t>groupingBy doctor with counting; joining medicine names</a:t>
            </a: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Report: </a:t>
            </a:r>
            <a:r>
              <a:rPr lang="en-IN" sz="1600" dirty="0"/>
              <a:t>Read file lines as a stream and print the daily summary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20" name="Module tag"/>
          <p:cNvSpPr/>
          <p:nvPr/>
        </p:nvSpPr>
        <p:spPr>
          <a:xfrm>
            <a:off x="9906000" y="548640"/>
            <a:ext cx="1447800" cy="365760"/>
          </a:xfrm>
          <a:prstGeom prst="roundRect">
            <a:avLst>
              <a:gd name="adj" fmla="val 50000"/>
            </a:avLst>
          </a:prstGeom>
          <a:solidFill>
            <a:srgbClr val="9B1C1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Module 6</a:t>
            </a:r>
            <a:endParaRPr lang="en-IN" sz="1400" b="1" dirty="0">
              <a:solidFill>
                <a:srgbClr val="FFFFFF"/>
              </a:solidFill>
            </a:endParaRPr>
          </a:p>
        </p:txBody>
      </p:sp>
      <p:pic>
        <p:nvPicPr>
          <p:cNvPr id="21" name="Illustration stream" descr="str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77949"/>
            <a:ext cx="4480560" cy="3696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800" b="1" dirty="0"/>
              <a:t>Result: </a:t>
            </a:r>
            <a:r>
              <a:rPr lang="en-IN" sz="1800" dirty="0"/>
              <a:t>A working Clinic Appointment &amp; Prescription Manager in Java.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CO 1-2: </a:t>
            </a:r>
            <a:r>
              <a:rPr lang="en-IN" sz="1800" dirty="0"/>
              <a:t>Algorithm design, console I/O and menu-driven control flow.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CO 3: </a:t>
            </a:r>
            <a:r>
              <a:rPr lang="en-IN" sz="1800" dirty="0"/>
              <a:t>Reusable methods, recursion and arrays for schedules.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CO 4: </a:t>
            </a:r>
            <a:r>
              <a:rPr lang="en-IN" sz="1800" dirty="0"/>
              <a:t>OOP model with encapsulation, inheritance and custom exceptions.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CO 5-6: </a:t>
            </a:r>
            <a:r>
              <a:rPr lang="en-IN" sz="1800" dirty="0"/>
              <a:t>File storage, sorting, collections and stream-based reports.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b="1" dirty="0"/>
              <a:t>Future work: </a:t>
            </a:r>
            <a:r>
              <a:rPr lang="en-IN" sz="1800" dirty="0"/>
              <a:t>GUI or web front end, database storage, SMS reminders.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Illustration concl" descr="conc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751" y="1783080"/>
            <a:ext cx="437881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30" name="Code sample"/>
          <p:cNvSpPr/>
          <p:nvPr/>
        </p:nvSpPr>
        <p:spPr>
          <a:xfrm>
            <a:off x="838200" y="1825625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t"/>
          <a:lstStyle/>
          <a:p>
            <a:r>
              <a:rPr lang="en-IN" sz="1400" b="1" dirty="0">
                <a:solidFill>
                  <a:srgbClr val="9B1C1F"/>
                </a:solidFill>
              </a:rPr>
              <a:t>Daily report: appointments per doctor</a:t>
            </a:r>
            <a:endParaRPr lang="en-IN" sz="1400" b="1" dirty="0">
              <a:solidFill>
                <a:srgbClr val="9B1C1F"/>
              </a:solidFill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Map&lt;String, Long&gt; perDoctor = appointments.stream()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    .filter(a -&gt; !a.isCancelled())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    .collect(Collectors.groupingBy(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        Appointment::getDoctorName,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        Collectors.counting()));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perDoctor.forEach((d, c) -&gt;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    System.out.printf("%-12s %d%n", d, c));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1" name="Sample output"/>
          <p:cNvSpPr/>
          <p:nvPr/>
        </p:nvSpPr>
        <p:spPr>
          <a:xfrm>
            <a:off x="7589520" y="1825625"/>
            <a:ext cx="3764280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t"/>
          <a:lstStyle/>
          <a:p>
            <a:r>
              <a:rPr lang="en-IN" sz="1400" b="1" dirty="0">
                <a:solidFill>
                  <a:srgbClr val="9B1C1F"/>
                </a:solidFill>
              </a:rPr>
              <a:t>Sample output</a:t>
            </a:r>
            <a:endParaRPr lang="en-IN" sz="1400" b="1" dirty="0">
              <a:solidFill>
                <a:srgbClr val="9B1C1F"/>
              </a:solidFill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Dr. Rao      12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Dr. Mehta    9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  <a:p>
            <a:r>
              <a:rPr lang="en-IN" sz="1400" dirty="0">
                <a:latin typeface="Courier New" panose="02070309020205020404"/>
                <a:cs typeface="Courier New" panose="02070309020205020404"/>
              </a:rPr>
              <a:t>Dr. Khan     7</a:t>
            </a:r>
            <a:endParaRPr lang="en-IN"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Screenshot note"/>
          <p:cNvSpPr/>
          <p:nvPr/>
        </p:nvSpPr>
        <p:spPr>
          <a:xfrm>
            <a:off x="838200" y="48006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BEFEF"/>
          </a:solidFill>
          <a:ln>
            <a:noFill/>
          </a:ln>
        </p:spPr>
        <p:txBody>
          <a:bodyPr lIns="182880" tIns="137160" rIns="182880" bIns="137160" anchor="t"/>
          <a:lstStyle/>
          <a:p>
            <a:r>
              <a:rPr lang="en-IN" sz="1600" dirty="0"/>
              <a:t>Replace this box with screenshots of your project: booking menu, prescription slip and the daily report.</a:t>
            </a:r>
            <a:endParaRPr lang="en-I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30" name="Geo tag photo"/>
          <p:cNvSpPr/>
          <p:nvPr/>
        </p:nvSpPr>
        <p:spPr>
          <a:xfrm>
            <a:off x="838200" y="1825625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t"/>
          <a:lstStyle/>
          <a:p>
            <a:r>
              <a:rPr lang="en-IN" sz="1400" b="1" dirty="0">
                <a:solidFill>
                  <a:srgbClr val="9B1C1F"/>
                </a:solidFill>
              </a:rPr>
              <a:t>Geo-tagged photo</a:t>
            </a:r>
            <a:endParaRPr lang="en-IN" sz="1400" b="1" dirty="0">
              <a:solidFill>
                <a:srgbClr val="9B1C1F"/>
              </a:solidFill>
            </a:endParaRPr>
          </a:p>
          <a:p>
            <a:r>
              <a:rPr lang="en-IN" sz="1600" dirty="0"/>
              <a:t>Insert your geo-tagged photo here</a:t>
            </a:r>
            <a:endParaRPr lang="en-IN" sz="1600" dirty="0"/>
          </a:p>
        </p:txBody>
      </p:sp>
      <p:sp>
        <p:nvSpPr>
          <p:cNvPr id="31" name="GitHub link"/>
          <p:cNvSpPr/>
          <p:nvPr/>
        </p:nvSpPr>
        <p:spPr>
          <a:xfrm>
            <a:off x="6233160" y="1825625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lIns="182880" tIns="137160" rIns="182880" bIns="137160" anchor="t"/>
          <a:lstStyle/>
          <a:p>
            <a:r>
              <a:rPr lang="en-IN" sz="1400" b="1" dirty="0">
                <a:solidFill>
                  <a:srgbClr val="9B1C1F"/>
                </a:solidFill>
              </a:rPr>
              <a:t>GitHub repository</a:t>
            </a:r>
            <a:endParaRPr lang="en-IN" sz="1400" b="1" dirty="0">
              <a:solidFill>
                <a:srgbClr val="9B1C1F"/>
              </a:solidFill>
            </a:endParaRPr>
          </a:p>
          <a:p>
            <a:r>
              <a:rPr lang="en-IN" sz="1600" dirty="0"/>
              <a:t>Paste your repository link here</a:t>
            </a:r>
            <a:endParaRPr lang="en-I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5294</Words>
  <Application>WPS Presentation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Courier New</vt:lpstr>
      <vt:lpstr>Aptos Display</vt:lpstr>
      <vt:lpstr>Segoe UI Variable Display</vt:lpstr>
      <vt:lpstr>Aptos</vt:lpstr>
      <vt:lpstr>Segoe UI</vt:lpstr>
      <vt:lpstr>Microsoft YaHei</vt:lpstr>
      <vt:lpstr>Arial Unicode MS</vt:lpstr>
      <vt:lpstr>Office Theme</vt:lpstr>
      <vt:lpstr>Clinic Appointment &amp; Prescription Manager Team No</vt:lpstr>
      <vt:lpstr>Abstract</vt:lpstr>
      <vt:lpstr>Understanding Problem Statement</vt:lpstr>
      <vt:lpstr>CO 1: Problem to Program</vt:lpstr>
      <vt:lpstr>CO 2: Control Flow</vt:lpstr>
      <vt:lpstr>CO 3: Methods &amp; Arrays</vt:lpstr>
      <vt:lpstr>CO 4: OOP &amp; Exceptions</vt:lpstr>
      <vt:lpstr>CO 5: Strings &amp; File I/O</vt:lpstr>
      <vt:lpstr>CO 6: Collections &amp; Streams</vt:lpstr>
      <vt:lpstr>Conclusion</vt:lpstr>
      <vt:lpstr>Screen Shots</vt:lpstr>
      <vt:lpstr>Geo Tag Photo and git 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narahari srinivasreddy</cp:lastModifiedBy>
  <cp:revision>3</cp:revision>
  <dcterms:created xsi:type="dcterms:W3CDTF">2026-09-15T09:57:00Z</dcterms:created>
  <dcterms:modified xsi:type="dcterms:W3CDTF">2026-10-15T11:31:52Z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1E81319814BD4BAB96CE9B491A86A5DF_12</vt:lpwstr>
  </property>
</Properties>
</file>